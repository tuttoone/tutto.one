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Assets built</c:v>
                </c:pt>
              </c:strCache>
            </c:strRef>
          </c:tx>
          <c:spPr>
            <a:solidFill>
              <a:srgbClr val="1A344B"/>
            </a:solidFill>
          </c:spPr>
          <c:cat>
            <c:strRef>
              <c:f>Sheet1!$A$2:$A$6</c:f>
              <c:strCache>
                <c:ptCount val="5"/>
                <c:pt idx="0">
                  <c:v>Marketplace</c:v>
                </c:pt>
                <c:pt idx="1">
                  <c:v>Display</c:v>
                </c:pt>
                <c:pt idx="2">
                  <c:v>Paid social</c:v>
                </c:pt>
                <c:pt idx="3">
                  <c:v>In-store</c:v>
                </c:pt>
                <c:pt idx="4">
                  <c:v>Email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13</c:v>
                </c:pt>
                <c:pt idx="2">
                  <c:v>11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Fennel &amp; Fig   |   Spring Range 2026   |   5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outputs/Format_Register.xlsx   |   every figure read from the workbook, none re-typed   |   13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45587" cy="105156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FORMATS BRIEFED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675" y="1417320"/>
            <a:ext cx="2645587" cy="1051560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9675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ISSUES 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430" y="1417320"/>
            <a:ext cx="2645587" cy="1051560"/>
          </a:xfrm>
          <a:prstGeom prst="rect">
            <a:avLst/>
          </a:prstGeom>
          <a:solidFill>
            <a:srgbClr val="42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430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430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ASSETS BUILT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185" y="1417320"/>
            <a:ext cx="2645587" cy="1051560"/>
          </a:xfrm>
          <a:prstGeom prst="rect">
            <a:avLst/>
          </a:prstGeom>
          <a:solidFill>
            <a:srgbClr val="33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185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185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WITH A COPYWRITER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11185855" cy="13716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900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344B"/>
                </a:solidFill>
                <a:latin typeface="Calibri"/>
              </a:rPr>
              <a:t>52 assets built from one brief, across 5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13 specs arrived wrong and were corrected against the brand standards rather than bounced back. 7 formats were not built, because building them would have meant cropping the product out or shipping type nobody can read. 3 headlines do not fit their frame and are with a copywriter, which is a writing job, not a resizing job.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8056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27F9C"/>
                </a:solidFill>
                <a:latin typeface="Calibri"/>
              </a:rPr>
              <a:t>13 specs corrected automatically     |     7 held back with a reason     |     one set of rules, every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Assets built from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outputs/Format_Register.xlsx   |   every figure read from the workbook, none re-typed   |   13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5853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2485745"/>
                <a:gridCol w="2485745"/>
                <a:gridCol w="2485745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Assets built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Largest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Smallest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1080x1920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200x200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Display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300x1050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320x50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Paid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1080x1920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800x418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In-store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3508x4961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600x400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600x400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600x90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Assets built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One brief, five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outputs/Format_Register.xlsx   |   every figure read from the workbook, none re-typed   |   13 August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7160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a person still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Produced by the run, not written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outputs/Format_Register.xlsx   |   every figure read from the workbook, none re-typed   |   13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Held back is a decision, not a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7 formats were not built. A frame the artwork cannot fill needs its own artwork, and type below the legible minimum should never ship. The register names every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Copy is a writing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3 headlines are too long for their frame. The rule sends them to a copywriter rather than shrinking the type until it technically fits.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The standards are readable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9300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Safe area, minimum type size and the headline limit are on the Validation Rules sheet in plain English, not buried in a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